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PROPOSTA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ECE7F7"/>
                </a:solidFill>
                <a:latin typeface="Bebas Neue"/>
              </a:rPr>
              <a:t>GirosBet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90B8"/>
                </a:solidFill>
                <a:latin typeface="Inter"/>
              </a:rPr>
              <a:t>Uma plataforma que já roda, com a identidade GirosBet, um CMS próprio e pronta para ser uma marca entre várias.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212080"/>
            <a:ext cx="1828800" cy="12700"/>
          </a:xfrm>
          <a:prstGeom prst="rect">
            <a:avLst/>
          </a:prstGeom>
          <a:solidFill>
            <a:srgbClr val="E1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Rascunho v0.4 · 3 de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ONDE A GIROSBET ESTÁ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site de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Next.js / React, tema escuro, sidebar fixa, ticker de ganhos, carrosséis por categoria e provedor.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Identidade forte: roxo #901bf7, magenta de CTA #e145ff, fundo #03000b, Inter + Bebas Neue.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Conteúdo do lobby depende de deploy: sem CMS para lobbies, banners, menus e destaques.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A área logada é o custo que cresce: cada evolução toca perfil, carteira e KYC ao mesmo tempo.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Paleta: depois do levantamento o site passou a neutros com magenta primário; a v2 usa o roxo-preto. Confirmar com o Renan.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[dores a confirmar com o Renan]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O que a v2 entrega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Front Angular 21 já em produção no BetAki, retematizado.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CMS Laravel com 16 módulos: banners, carrosséis, slots, categorias, lobbies, menus, showcases, top lists, prêmios, ganhadores, footers, usuários.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90B8"/>
                </a:solidFill>
                <a:latin typeface="Inter"/>
              </a:rPr>
              <a:t>White-label real: a GirosBet é a segunda marca de um mecanismo replicável.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MESMA PLATAFORMA, DUAS MARCAS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Lobby de cassino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303520" cy="33147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3314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BetAki · marca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212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GirosBet · marca 2, header escuro e sidebar da v1 já aplicados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CONTEÚDO VINDO DO CMS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Cassino ao vivo e provedores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303520" cy="33147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3314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Categorias, ordem das seções, banners, carrossel e destaques são editados no painel, sem deploy.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IDENTIDADE APLICADA DE PONTA A PONTA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Login e mobile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949440" cy="434340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63040"/>
            <a:ext cx="2194560" cy="47492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Por que esta plataforma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Angular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Zoneless, standalone, signals, esbuild. Builds rápidos, bundle menor, menos bugs de render.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19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Tailwind 4 +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19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Retematizar é trocar um arquivo. A GirosBet levou 11 minutos até o primeiro build verde.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39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API por contrato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39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Cliente gerado por OpenAPI: o contrato do backend vira código, não digitação.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103120"/>
            <a:ext cx="2606040" cy="3108960"/>
          </a:xfrm>
          <a:prstGeom prst="rect">
            <a:avLst/>
          </a:prstGeom>
          <a:solidFill>
            <a:srgbClr val="110826"/>
          </a:solidFill>
          <a:ln>
            <a:solidFill>
              <a:srgbClr val="2A1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E145FF"/>
                </a:solidFill>
                <a:latin typeface="Bebas Neue"/>
              </a:rPr>
              <a:t>CMS Laravel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ECE7F7"/>
                </a:solidFill>
                <a:latin typeface="Inter"/>
              </a:rPr>
              <a:t>API pública e autenticada, filas, S3, papéis e permissões, sincronização com o agregador.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Trazer a v1 para dentro da 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Header escuro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901951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4ADE80"/>
                </a:solidFill>
                <a:latin typeface="Inter"/>
              </a:rPr>
              <a:t>ENTREGUE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3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Toggle Cassino / Ao vivo, busca inline, 'Criar conta' magenta. Roxo como acento.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Sidebar da v1 de volta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1901951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4ADE80"/>
                </a:solidFill>
                <a:latin typeface="Inter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03703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Banner, tiles Cupom / Promo, atalhos, populares e suporte, via CMS.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Botões e ícones da marca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79806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4ADE80"/>
                </a:solidFill>
                <a:latin typeface="Inter"/>
              </a:rPr>
              <a:t>ENTREGUE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99816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Anatomia da v1: magenta como ação, raio 12 px, 'Entrar' escuro; ícones coloridos por marca.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7063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Topbar de cupom e ticker no topo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279806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PRÓXIMO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99816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Os recursos de aquisição da v1 que a label perdeu, via CMS.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6674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Hero menor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9417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PRÓXIMO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95928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Um slide visível, CTA e selos na arte; catálogo na primeira tela.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6674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Chips com ícone e seções com ritmo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369417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PRÓXIMO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95928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Categorias com ícone; cabeçalho com ícone, setas e 'Ver todos'.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628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Cards e provedores como na 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5902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PRÓXIMO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Provedor no card, 'Jogar agora' no hover; provedores em card escuro.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628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Mobile enxuto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45902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PRÓXIMO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Header compacto, barra inferior com 5 itens e ícone da marca, grade 4 por linha.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4589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145FF"/>
                </a:solidFill>
                <a:latin typeface="Inter"/>
              </a:rPr>
              <a:t>Entrada e rodapé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4864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PRÓXIMO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88152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Diálogo único de idade + cookies; rodapé regulatório completo.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JÁ ENTREGUE · 3 DE SETEMBRO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Não é promessa: já roda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0B8"/>
                </a:solidFill>
                <a:latin typeface="Inter"/>
              </a:rPr>
              <a:t>A label GirosBet roda em staging local com os itens abaixo, cada um provado sem regressão no BetAki, que continua sendo a marca 1 do mesmo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286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O QUE 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86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9A90B8"/>
                </a:solidFill>
                <a:latin typeface="Inter"/>
              </a:rPr>
              <a:t>PROVA DE QUE O BETAKI NÃO MUDOU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45FF"/>
                </a:solidFill>
                <a:latin typeface="Inter"/>
              </a:rPr>
              <a:t>Mecanismo white-label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6060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um pacote por marca: config, tema, assets, textos legais; um build por marca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606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DE80"/>
                </a:solidFill>
                <a:latin typeface="Inter"/>
              </a:rPr>
              <a:t>CSS comparado como conjunto: só renomes de token, zero declarações alteradas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54680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954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45FF"/>
                </a:solidFill>
                <a:latin typeface="Inter"/>
              </a:rPr>
              <a:t>Layout por marca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209544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a marca escolhe o header (barra colorida ou escuro) e se tem sidebar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209544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DE80"/>
                </a:solidFill>
                <a:latin typeface="Inter"/>
              </a:rPr>
              <a:t>faixa de 64 px do header: 0 de 92.160 pixels diferentes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58184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81304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45FF"/>
                </a:solidFill>
                <a:latin typeface="Inter"/>
              </a:rPr>
              <a:t>Header escuro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81304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toggle Cassino / Ao vivo, busca inline, Entrar e Criar conta na anatomia da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813048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DE80"/>
                </a:solidFill>
                <a:latin typeface="Inter"/>
              </a:rPr>
              <a:t>DOM do BetAki byte a byte igual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6168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165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45FF"/>
                </a:solidFill>
                <a:latin typeface="Inter"/>
              </a:rPr>
              <a:t>Sidebar da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41655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banner, tiles, atalhos, populares e ajuda; o CMS diz o bloco de cada menu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41655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DE80"/>
                </a:solidFill>
                <a:latin typeface="Inter"/>
              </a:rPr>
              <a:t>a sidebar nunca é instanciada no build do BetAki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965192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02005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45FF"/>
                </a:solidFill>
                <a:latin typeface="Inter"/>
              </a:rPr>
              <a:t>Botões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020056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tokens semânticos nas três marcas; o botão pintado com eles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020056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DE80"/>
                </a:solidFill>
                <a:latin typeface="Inter"/>
              </a:rPr>
              <a:t>cada token resolve no valor antigo para o BetAki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568696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623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45FF"/>
                </a:solidFill>
                <a:latin typeface="Inter"/>
              </a:rPr>
              <a:t>Ícones da marca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623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8 ícones coloridos viraram assets por marca; zero verde-limão na GirosBet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5623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DE80"/>
                </a:solidFill>
                <a:latin typeface="Inter"/>
              </a:rPr>
              <a:t>os 8 arquivos do BetAki movidos byte a byte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6172200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ESCOPO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Seis fases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Fundação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0574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tooling, white-label, BetAki como marca 1 sem regressão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057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feito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7860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15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Marca GirosBet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71576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pacote de marca, home, lobbies, busca, header, sidebar, footer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71576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em andamento · header, sidebar, botões e ícones entregues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36976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741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CMS GirosBet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374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instância própria, importação de catálogo, menus, banners, carrosséis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37413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895344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867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325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Jogo e conta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03250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lançador do agregador, login e cadastro contra o backend da GirosBet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03250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53712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451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908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Área logada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9087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camada de API nova: perfil, carteira, PIX, saque, histórico, KYC, bônus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6908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12080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E145FF"/>
                </a:solidFill>
                <a:latin typeface="Bebas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349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7F7"/>
                </a:solidFill>
                <a:latin typeface="Inter"/>
              </a:rPr>
              <a:t>Go-live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5349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SEO, analytics, textos legais, monitoramento, cutover de domínio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CE7F7"/>
                </a:solidFill>
                <a:latin typeface="Inter"/>
              </a:rPr>
              <a:t>[prazo]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870448"/>
            <a:ext cx="10881360" cy="12700"/>
          </a:xfrm>
          <a:prstGeom prst="rect">
            <a:avLst/>
          </a:prstGeom>
          <a:solidFill>
            <a:srgbClr val="2A1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0B8"/>
                </a:solidFill>
                <a:latin typeface="Inter"/>
              </a:rPr>
              <a:t>Fora de escopo: sportsbook novo, app nativo, programa de afiliados, idiomas além de pt-BR.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PARA COMEÇAR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que precisamos da GirosBet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1.  Kit de marca: logo em vetor, paleta oficial (o site mudou para neutros e magenta; a v2 usa o roxo-preto com #901bf7 de acento: qual vale?), fontes, mascote.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2.  Documentação e sandbox do backend e do agregador: auth, carteira, PIX, catálogo, lançamento, webhooks.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3.  Vendor de sportsbook e de KYC, com credenciais de teste.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4.  Textos legais, licenciamento e selos do rodapé.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5.  Contas de GTM/GA, pixel de afiliados, chat.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6.  Domínio e infra de deploy, ou definimos a nossa.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ECE7F7"/>
                </a:solidFill>
                <a:latin typeface="Inter"/>
              </a:rPr>
              <a:t>7.  Uma pessoa de produto do lado da GirosBet para validar a área logada.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RISCOS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O que pode dar errado, e o que fazemos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Backend desconhecido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116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A área logada é o maior custo. Spike de 1 semana lendo a documentação antes de fechar a fase 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Paridade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Catálogo importado por job, não cadastrado à mão. O CMS já sincroniza com o agregador.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Regressão no BetAki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8404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White-label feito com o BetAki como marca 1 e comparação visual antes de qualquer merge.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145FF"/>
                </a:solidFill>
                <a:latin typeface="Inter"/>
              </a:rPr>
              <a:t>Escopo crescendo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75488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CE7F7"/>
                </a:solidFill>
                <a:latin typeface="Inter"/>
              </a:rPr>
              <a:t>Tudo fora da tabela de fases entra como fase 6, negociada à parte.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GirosBet v2 · proposta técnica · rascunho v0.4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A90B8"/>
                </a:solidFill>
                <a:latin typeface="Inter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45FF"/>
                </a:solidFill>
                <a:latin typeface="Inter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ECE7F7"/>
                </a:solidFill>
                <a:latin typeface="Bebas Neue"/>
              </a:rPr>
              <a:t>Três passos para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1.  Reunião de 45 min para validar dores, backend e vendors.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2.  Recebimento do kit de marca e das credenciais de sandbox.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ECE7F7"/>
                </a:solidFill>
                <a:latin typeface="Inter"/>
              </a:rPr>
              <a:t>3.  Fase 0 concluída e fase 1 em andamento: header, sidebar, botões e ícones da marca já rodam em staging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90B8"/>
                </a:solidFill>
                <a:latin typeface="Inter"/>
              </a:rPr>
              <a:t>Modelo comercial: [fechado por fase | mensalidade de evolução | licença do white-label por marca] — a definir antes do envio.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